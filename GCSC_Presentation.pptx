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64008" cy="292608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GCSC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Децентрализованный рынок ремонта недвижимости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 решение для рынка строительных услуг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3774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XPR Network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рынка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доверия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Заказчики не знают кому доверять, мастера не получают гарантий оплаты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64008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прозрачности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Серые схемы, наличные расчёты, никаких гарантий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880360"/>
            <a:ext cx="64008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Монополия платформ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YouDo, Profi.ru берут 15-30% комиссии и контролируют рынок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64008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мотивации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мастера ни клиенты не заинтересованы в развитии платформы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рынка — Конкуренты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Характеристика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YouDo / Profi.ru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GCSC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86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Контроль данных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Централизованный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Пользователь владеет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 / вознаграждения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GCSCBUILD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Прозрачность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Блокчейн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Лотерея / бонусы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 ремонта СНГ: </a:t>
            </a:r>
            <a:pPr algn="ctr" indent="0" marL="0">
              <a:buNone/>
            </a:pPr>
            <a:r>
              <a:rPr lang="en-US" sz="24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млрд+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GCSC — Наше решение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014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Смарт-контракты вместо посредников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GCSCBUILD токен как внутренняя валюта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148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отзывы на блокчейне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715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платежей через эскроу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347472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управление платформой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83480" y="914400"/>
            <a:ext cx="3794760" cy="3886200"/>
          </a:xfrm>
          <a:prstGeom prst="rect">
            <a:avLst/>
          </a:prstGeom>
          <a:solidFill>
            <a:srgbClr val="0D3354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9875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это работает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20640" y="148132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1499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создаёт заявку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198424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20025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откликается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48716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25054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Смарт-контракт блокирует оплату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299008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04688" y="30083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выполнена — деньги разблокированы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49300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04688" y="35112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 записывается в блокчейн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3995928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40142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получают GCSCBUILD токены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Уникальность проекта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69748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9012" y="1188720"/>
            <a:ext cx="731520" cy="7315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9012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Еженедельная лотерея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2651760"/>
            <a:ext cx="2148840" cy="3657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61488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 GCSCBUILD токены для участия в розыгрыше. 3 победителя делят призовой фонд: 50 / 30 / 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91256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91256" y="1005840"/>
            <a:ext cx="26974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4236" y="11887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4236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82696" y="1143000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Bounty программа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65576" y="2651760"/>
            <a:ext cx="214884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2761488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Зарабатывай GCSCBUILD за продвижение в социальных сетях. Compliance агент проверяет выполненную работу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697480" cy="64008"/>
          </a:xfrm>
          <a:prstGeom prst="rect">
            <a:avLst/>
          </a:prstGeom>
          <a:solidFill>
            <a:srgbClr val="C47B2B"/>
          </a:solidFill>
          <a:ln w="12700">
            <a:solidFill>
              <a:srgbClr val="C47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9460" y="1188720"/>
            <a:ext cx="731520" cy="731520"/>
          </a:xfrm>
          <a:prstGeom prst="ellipse">
            <a:avLst/>
          </a:prstGeom>
          <a:solidFill>
            <a:srgbClr val="C47B2B"/>
          </a:solidFill>
          <a:ln w="12700">
            <a:solidFill>
              <a:srgbClr val="C47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946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292608" cy="292608"/>
          </a:xfrm>
          <a:prstGeom prst="ellipse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Токен строителя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2651760"/>
            <a:ext cx="2148840" cy="36576"/>
          </a:xfrm>
          <a:prstGeom prst="rect">
            <a:avLst/>
          </a:prstGeom>
          <a:solidFill>
            <a:srgbClr val="C47B2B"/>
          </a:solidFill>
          <a:ln w="12700">
            <a:solidFill>
              <a:srgbClr val="C47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761488"/>
            <a:ext cx="2478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GCSCBUILD — внутренняя валюта платформы. Мастера получают его за выполненные работы, тратят на лотерею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Токеномика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9202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ТРЛН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GCSCBUILD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960120"/>
            <a:ext cx="192024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960120"/>
            <a:ext cx="19202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32888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за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960120"/>
            <a:ext cx="192024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960120"/>
            <a:ext cx="19202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50/30/20%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0016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призов лотереи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67144" y="960120"/>
            <a:ext cx="192024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7144" y="960120"/>
            <a:ext cx="192024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Еженедельно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67144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розыгрышей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 токенов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18288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клиенты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40280" y="3493008"/>
            <a:ext cx="347472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33649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86D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79192" y="3063240"/>
            <a:ext cx="18288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53712" y="3493008"/>
            <a:ext cx="347472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3649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86D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92624" y="3063240"/>
            <a:ext cx="1828800" cy="914400"/>
          </a:xfrm>
          <a:prstGeom prst="rect">
            <a:avLst/>
          </a:prstGeom>
          <a:solidFill>
            <a:srgbClr val="8B6914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Лотерея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67144" y="3493008"/>
            <a:ext cx="347472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33649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86D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06056" y="3063240"/>
            <a:ext cx="18288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06056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 + USDT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программа → Продвижение → GCSCBUILD вознаграждение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Экосистема — 3 смарт-контракта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65176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gcscbuild11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78992" y="1490472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490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Токен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выпуск и перевод токенов GCSCBUILD. Максимальный выпуск 1 трлн токенов. Нулевая комиссия за переводы.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2432304" cy="3657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" y="3401568"/>
            <a:ext cx="914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токенов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3840480"/>
            <a:ext cx="914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Переводы между аккаунтами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4279392"/>
            <a:ext cx="914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балансами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9601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960120"/>
            <a:ext cx="2651760" cy="914400"/>
          </a:xfrm>
          <a:prstGeom prst="rect">
            <a:avLst/>
          </a:prstGeom>
          <a:solidFill>
            <a:srgbClr val="9B7B2E"/>
          </a:solidFill>
          <a:ln w="12700">
            <a:solidFill>
              <a:srgbClr val="9B7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gcscticket1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1490472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490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Лотерея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194767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Еженедельные розыгрыши. 1 000 000 GCSCBUILD = 1 билет. 3 победителя получают призы в GCSC и USDT.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3200400"/>
            <a:ext cx="2432304" cy="36576"/>
          </a:xfrm>
          <a:prstGeom prst="rect">
            <a:avLst/>
          </a:prstGeom>
          <a:solidFill>
            <a:srgbClr val="9B7B2E"/>
          </a:solidFill>
          <a:ln w="12700">
            <a:solidFill>
              <a:srgbClr val="9B7B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401568"/>
            <a:ext cx="91440" cy="91440"/>
          </a:xfrm>
          <a:prstGeom prst="rect">
            <a:avLst/>
          </a:prstGeom>
          <a:solidFill>
            <a:srgbClr val="9B7B2E"/>
          </a:solidFill>
          <a:ln w="12700">
            <a:solidFill>
              <a:srgbClr val="9B7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билетов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840480"/>
            <a:ext cx="91440" cy="91440"/>
          </a:xfrm>
          <a:prstGeom prst="rect">
            <a:avLst/>
          </a:prstGeom>
          <a:solidFill>
            <a:srgbClr val="9B7B2E"/>
          </a:solidFill>
          <a:ln w="12700">
            <a:solidFill>
              <a:srgbClr val="9B7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розыгрыш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4279392"/>
            <a:ext cx="91440" cy="91440"/>
          </a:xfrm>
          <a:prstGeom prst="rect">
            <a:avLst/>
          </a:prstGeom>
          <a:solidFill>
            <a:srgbClr val="9B7B2E"/>
          </a:solidFill>
          <a:ln w="12700">
            <a:solidFill>
              <a:srgbClr val="9B7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4197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 призов 50/30/20%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53328" y="96012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960120"/>
            <a:ext cx="26517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gcscbounty1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76288" y="1490472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1490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Баунти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63056" y="194767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кампании для продвижения GCSC. Compliance агент проверяет выполнение заданий.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63056" y="3200400"/>
            <a:ext cx="2432304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0488" y="3401568"/>
            <a:ext cx="9144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кампаний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0488" y="3840480"/>
            <a:ext cx="9144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заданий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0488" y="4279392"/>
            <a:ext cx="9144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4197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 вознаграждений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Стратегия на 6 месяцев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700784"/>
            <a:ext cx="402336" cy="402336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9144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91440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Тестнет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1444752"/>
            <a:ext cx="36576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27432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всех 3 контрактов в тестовой сети XPR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56816" y="1700784"/>
            <a:ext cx="402336" cy="402336"/>
          </a:xfrm>
          <a:prstGeom prst="ellipse">
            <a:avLst/>
          </a:prstGeom>
          <a:solidFill>
            <a:srgbClr val="E8B8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17904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17904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39696" y="2286000"/>
            <a:ext cx="36576" cy="45720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безопасности смарт-контрактов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66160" y="1700784"/>
            <a:ext cx="402336" cy="402336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Мейннет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1444752"/>
            <a:ext cx="36576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в основную сеть. Первый выпуск токенов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75504" y="1700784"/>
            <a:ext cx="402336" cy="402336"/>
          </a:xfrm>
          <a:prstGeom prst="ellipse">
            <a:avLst/>
          </a:prstGeom>
          <a:solidFill>
            <a:srgbClr val="E8B8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Маркетинг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58384" y="2286000"/>
            <a:ext cx="36576" cy="45720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кампании. Первые 1000 пользователей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84848" y="1700784"/>
            <a:ext cx="402336" cy="402336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67728" y="1444752"/>
            <a:ext cx="36576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Партнёрства с мастерами. Первые 100 сделок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94192" y="1700784"/>
            <a:ext cx="402336" cy="402336"/>
          </a:xfrm>
          <a:prstGeom prst="ellipse">
            <a:avLst/>
          </a:prstGeom>
          <a:solidFill>
            <a:srgbClr val="E8B8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Листинг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77072" y="2286000"/>
            <a:ext cx="36576" cy="45720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Листинг на DEX. Первая лотерея с большим призовым фондом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запуска токена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474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Смарт-контракты готовы (сейчас)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" y="1371600"/>
            <a:ext cx="36576" cy="228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347472" cy="41148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02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86D"/>
                </a:solidFill>
              </a:rPr>
              <a:t>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аккаунтов в XPR Testnet (gcscdao@gmail.com)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" y="2011680"/>
            <a:ext cx="36576" cy="22860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40280"/>
            <a:ext cx="347472" cy="4114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контрактов командой proton contract:set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" y="2651760"/>
            <a:ext cx="36576" cy="2286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80360"/>
            <a:ext cx="347472" cy="4114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803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1872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Тестирование: выпуск GCSCBUILD, первые тикеты, первые баунти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" y="3291840"/>
            <a:ext cx="36576" cy="2286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0440"/>
            <a:ext cx="347472" cy="4114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204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1872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безопасности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496" y="3931920"/>
            <a:ext cx="36576" cy="2286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160520"/>
            <a:ext cx="347472" cy="4114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605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61872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Мейннет запуск + маркетинговая кампания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Маркетинговая стратегия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36576" cy="39319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Когда начинать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деплоя в тестнет — bounty кампании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54864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 — продвижение и анонсы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25496"/>
            <a:ext cx="54864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254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канал GCSC сообщества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83864"/>
            <a:ext cx="54864" cy="347472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838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видео о проекте и обучение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36592" y="914400"/>
            <a:ext cx="413308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914400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привлекать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6592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0368" y="1508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за репосты и обзоры в соцсетях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167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0368" y="2167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программа для пользователей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8254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0368" y="28254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Лотерея как вирусный механизм привлечения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34838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34838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Публичная аналитика и отчёты на блокчейне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1 000 пользователей за первые 4 месяца через Bounty + Лотерею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GCSC изменит рынок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15–30%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ctr" indent="0" marL="0">
              <a:buNone/>
            </a:pPr>
            <a:r>
              <a:rPr lang="en-US" sz="36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 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комиссии платформы в 5–10 раз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514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децентрализованный рынок ремонта на XPR Network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0368" y="2514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 (лотерея) удерживает пользователей на платформе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3108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создаёт армию амбассадоров с первого дня запуска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0368" y="3108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позволяет сообществу управлять платформой и её развитием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Присоединяйся к GCSC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Построим будущее рынка ремонта вместе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36576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11680"/>
            <a:ext cx="246888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gcscdao@gmail.com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46888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 Network Testnet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011680"/>
            <a:ext cx="246888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103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gcscbuild11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34340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43400"/>
            <a:ext cx="9144000" cy="457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GCSC — Доверие. Прозрачность. Блокчейн.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GCSC — Децентрализованный рынок ремонта недвижимости</dc:title>
  <dc:subject>PptxGenJS Presentation</dc:subject>
  <dc:creator>GCSC Project</dc:creator>
  <cp:lastModifiedBy>GCSC Project</cp:lastModifiedBy>
  <cp:revision>1</cp:revision>
  <dcterms:created xsi:type="dcterms:W3CDTF">2026-03-23T04:24:30Z</dcterms:created>
  <dcterms:modified xsi:type="dcterms:W3CDTF">2026-03-23T04:24:30Z</dcterms:modified>
</cp:coreProperties>
</file>